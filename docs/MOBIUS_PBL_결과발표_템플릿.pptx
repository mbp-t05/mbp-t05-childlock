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MOBIUS BOOTCAMP 1기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PBL 결과발표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[PBL 과목명 입력]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예: PBL1 ISO26262 / PBL2 ASPICE / PBL3 SW설계 / PBL4 CANoe / PBL5 데이터분석 / PBL6 AUTOSAR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[팀명]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[프로젝트명]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2026. 02. 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현대모비스 x LIKELION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01. 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1 이름]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2 이름]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3 이름]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4 이름]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02.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t>AS-IS (현재 문제점)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문제점 1: [설명]</a:t>
            </a:r>
            <a:br/>
            <a:br/>
            <a:r>
              <a:t>• 문제점 2: [설명]</a:t>
            </a:r>
            <a:br/>
            <a:br/>
            <a:r>
              <a:t>• 문제점 3: [설명]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t>TO-BE (목표 상태)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목표 1: [설명]</a:t>
            </a:r>
            <a:br/>
            <a:br/>
            <a:r>
              <a:t>• 목표 2: [설명]</a:t>
            </a:r>
            <a:br/>
            <a:br/>
            <a:r>
              <a:t>• 목표 3: [설명]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핵심 연구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[이 프로젝트를 통해 해결하고자 하는 핵심 질문을 작성하세요]</a:t>
            </a:r>
            <a:br/>
            <a:br/>
            <a:r>
              <a:t>예: "차량 주행 데이터를 분석하여 운전자의 위험 운전 패턴을 사전에 감지할 수 있는가?"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03. 솔루션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[솔루션 한 줄 요약]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DC"/>
                </a:solidFill>
              </a:defRPr>
            </a:pPr>
            <a:r>
              <a:t>예: CAN 데이터 기반 실시간 이상 탐지 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[핵심 기능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기능에 대한 상세 설명을</a:t>
            </a:r>
            <a:br/>
            <a:r>
              <a:t>이곳에 작성합니다.</a:t>
            </a:r>
            <a:br/>
            <a:br/>
            <a:r>
              <a:t>• 세부사항 1</a:t>
            </a:r>
            <a:br/>
            <a:r>
              <a:t>• 세부사항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[핵심 기능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기능에 대한 상세 설명을</a:t>
            </a:r>
            <a:br/>
            <a:r>
              <a:t>이곳에 작성합니다.</a:t>
            </a:r>
            <a:br/>
            <a:br/>
            <a:r>
              <a:t>• 세부사항 1</a:t>
            </a:r>
            <a:br/>
            <a:r>
              <a:t>• 세부사항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[핵심 기능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기능에 대한 상세 설명을</a:t>
            </a:r>
            <a:br/>
            <a:r>
              <a:t>이곳에 작성합니다.</a:t>
            </a:r>
            <a:br/>
            <a:br/>
            <a:r>
              <a:t>• 세부사항 1</a:t>
            </a:r>
            <a:br/>
            <a:r>
              <a:t>• 세부사항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04. 기술 스택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</a:defRPr>
            </a:pPr>
            <a:r>
              <a:t>[시스템 아키텍처 다이어그램]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이미지를 삽입하거나 도형으로 구성하세요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[Python, C, etc.]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[CANoe, AUTOSAR, etc.]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[MySQL, etc.]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[Git, JIRA, etc.]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[CAN 장비, etc.]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05. 구현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1: [기능명]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2: [기능명]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3: [기능명]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577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4: [기능명]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06. 테스트 &amp;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132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테스트 케이스 및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테스트 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예상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실제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109728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Pass/Fail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49039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97679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97679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118872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7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성과 지표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정확도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처리 속도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108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3840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테스트 통과율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846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커버리지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07. 학습 내용 &amp; 교훈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기술적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[학습 내용 1]</a:t>
            </a:r>
            <a:br/>
            <a:br/>
            <a:r>
              <a:t>• [학습 내용 2]</a:t>
            </a:r>
            <a:br/>
            <a:br/>
            <a:r>
              <a:t>• [학습 내용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t>협업 &amp;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[학습 내용 1]</a:t>
            </a:r>
            <a:br/>
            <a:br/>
            <a:r>
              <a:t>• [학습 내용 2]</a:t>
            </a:r>
            <a:br/>
            <a:br/>
            <a:r>
              <a:t>• [학습 내용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338560" cy="2468880"/>
          </a:xfrm>
          <a:prstGeom prst="roundRect">
            <a:avLst/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783C"/>
                </a:solidFill>
              </a:defRPr>
            </a:pPr>
            <a:r>
              <a:t>도전 과제 &amp; 해결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도전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[어려웠던 점 1]</a:t>
            </a:r>
            <a:br/>
            <a:r>
              <a:t>• [어려웠던 점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[해결 방법 1]</a:t>
            </a:r>
            <a:br/>
            <a:r>
              <a:t>• [해결 방법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08.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515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[단기 개선]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• 상세 계획</a:t>
            </a:r>
            <a:br/>
            <a:r>
              <a:t>• 상세 계획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[기능 확장]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• 상세 계획</a:t>
            </a:r>
            <a:br/>
            <a:r>
              <a:t>• 상세 계획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[실용화]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• 상세 계획</a:t>
            </a:r>
            <a:br/>
            <a:r>
              <a:t>• 상세 계획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t>실무 적용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[현대모비스/협력사 적용 가능 영역]</a:t>
            </a:r>
            <a:br/>
            <a:br/>
            <a:r>
              <a:t>• [기대 효과]</a:t>
            </a:r>
            <a:br/>
            <a:br/>
            <a:r>
              <a:t>• [필요 조건]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추가 개발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[아이디어 1]</a:t>
            </a:r>
            <a:br/>
            <a:br/>
            <a:r>
              <a:t>• [아이디어 2]</a:t>
            </a:r>
            <a:br/>
            <a:br/>
            <a:r>
              <a:t>• [아이디어 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[팀명]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t>감사합니다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t>MOBIUS BOOTCAMP 1기 | 현대모비스 x LIKELION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